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gOHhwRRh5XOhHxhuUw4lq5kDeL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EasyTrace – Presentación General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Sistema Web Logístico – DUOC UC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0" y="6488700"/>
            <a:ext cx="7315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E6E6E6"/>
                </a:solidFill>
                <a:latin typeface="Calibri"/>
                <a:ea typeface="Calibri"/>
                <a:cs typeface="Calibri"/>
                <a:sym typeface="Calibri"/>
              </a:rPr>
              <a:t>Autor: Diego Alejandro Alarcón Soto – 2025</a:t>
            </a:r>
            <a:endParaRPr/>
          </a:p>
        </p:txBody>
      </p:sp>
      <p:pic>
        <p:nvPicPr>
          <p:cNvPr id="86" name="Google Shape;86;p1" title="para-que-sirve-la-programacion-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775" y="3073200"/>
            <a:ext cx="4343401" cy="289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es EasyTrace?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Plataforma web logística.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Crea, asigna y gestiona órdenes.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Basado en arquitectura modular y moderna.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8" name="Google Shape;98;p3"/>
          <p:cNvSpPr txBox="1"/>
          <p:nvPr>
            <p:ph idx="1" type="body"/>
          </p:nvPr>
        </p:nvSpPr>
        <p:spPr>
          <a:xfrm>
            <a:off x="399800" y="14176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+ TypeScript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React Router v5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Estilo moderno con tarjetas translúcidas.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Interfaz para Cliente, Admin y Conductor.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Node.js + Express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 REST para órdenes, usuarios y camiones.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Autenticación basada en roles (JWT).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0" name="Google Shape;11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MariaDB / MySQL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Tablas: users, orders, order_items, trucks, products.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relacional para trazabilidad logística.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Arquitectura General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Frontend → API REST → Base de Datos.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JSON.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Diseño escalable y desacoplado.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APIs Principales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2" name="Google Shape;12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 /login – Autenticación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 /orders – Crear orden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PUT /orders/:id – Actualizar estado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GET /trucks – Lista de camiones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Roles del Sistema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8" name="Google Shape;128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Cliente: crea órdenes.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Conductor: reporta estados.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Administrador: asigna, gestiona y visualiza mapa.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Mapa y Visualización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4" name="Google Shape;134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Leaflet + OpenStreetMap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Muestra ubicaciones reales de entregas.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Apoyo visual para logística y rutas.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85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Conclusión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 funcional y escalable.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 sólida para continuar ampliando módulos.</a:t>
            </a:r>
            <a:endParaRPr>
              <a:solidFill>
                <a:schemeClr val="lt1"/>
              </a:solidFill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EasyTrace – 2025.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